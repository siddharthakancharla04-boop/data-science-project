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1" r:id="rId9"/>
    <p:sldId id="265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1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House Price Prediction using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accent6"/>
                </a:solidFill>
              </a:rPr>
              <a:t>Machine Learning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Predict house prices using machine learning</a:t>
            </a:r>
          </a:p>
          <a:p>
            <a:r>
              <a:rPr dirty="0" smtClean="0"/>
              <a:t> </a:t>
            </a:r>
            <a:r>
              <a:rPr dirty="0"/>
              <a:t>Analyze housing data such as area, bedrooms, bathrooms, and city</a:t>
            </a:r>
          </a:p>
          <a:p>
            <a:r>
              <a:rPr dirty="0" smtClean="0"/>
              <a:t> </a:t>
            </a:r>
            <a:r>
              <a:rPr dirty="0"/>
              <a:t>Build a Linear Regression model to estimate house prices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Python</a:t>
            </a:r>
          </a:p>
          <a:p>
            <a:r>
              <a:rPr dirty="0" smtClean="0"/>
              <a:t> </a:t>
            </a:r>
            <a:r>
              <a:rPr dirty="0"/>
              <a:t>Pandas</a:t>
            </a:r>
          </a:p>
          <a:p>
            <a:r>
              <a:rPr dirty="0" smtClean="0"/>
              <a:t> </a:t>
            </a:r>
            <a:r>
              <a:rPr dirty="0" err="1"/>
              <a:t>NumPy</a:t>
            </a:r>
            <a:endParaRPr dirty="0"/>
          </a:p>
          <a:p>
            <a:r>
              <a:rPr dirty="0" smtClean="0"/>
              <a:t> </a:t>
            </a:r>
            <a:r>
              <a:rPr dirty="0" err="1"/>
              <a:t>Matplotlib</a:t>
            </a:r>
            <a:endParaRPr dirty="0"/>
          </a:p>
          <a:p>
            <a:r>
              <a:rPr dirty="0" smtClean="0"/>
              <a:t> </a:t>
            </a:r>
            <a:r>
              <a:rPr dirty="0" err="1"/>
              <a:t>Scikit</a:t>
            </a:r>
            <a:r>
              <a:rPr dirty="0"/>
              <a:t>-learn</a:t>
            </a:r>
          </a:p>
          <a:p>
            <a:r>
              <a:rPr dirty="0" smtClean="0"/>
              <a:t> </a:t>
            </a:r>
            <a:r>
              <a:rPr dirty="0" err="1"/>
              <a:t>Jupyter</a:t>
            </a:r>
            <a:r>
              <a:rPr dirty="0"/>
              <a:t> Notebook / Google </a:t>
            </a:r>
            <a:r>
              <a:rPr dirty="0" err="1" smtClean="0"/>
              <a:t>colab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dataset includes information about houses such as:</a:t>
            </a:r>
          </a:p>
          <a:p>
            <a:r>
              <a:rPr dirty="0" smtClean="0"/>
              <a:t> </a:t>
            </a:r>
            <a:r>
              <a:rPr dirty="0"/>
              <a:t>Area of the house</a:t>
            </a:r>
          </a:p>
          <a:p>
            <a:r>
              <a:rPr dirty="0" smtClean="0"/>
              <a:t> </a:t>
            </a:r>
            <a:r>
              <a:rPr dirty="0"/>
              <a:t>Number of bedrooms</a:t>
            </a:r>
          </a:p>
          <a:p>
            <a:r>
              <a:rPr dirty="0" smtClean="0"/>
              <a:t> </a:t>
            </a:r>
            <a:r>
              <a:rPr dirty="0"/>
              <a:t>Number of bathrooms</a:t>
            </a:r>
          </a:p>
          <a:p>
            <a:r>
              <a:rPr dirty="0" smtClean="0"/>
              <a:t> </a:t>
            </a:r>
            <a:r>
              <a:rPr dirty="0"/>
              <a:t>City or location</a:t>
            </a:r>
          </a:p>
          <a:p>
            <a:r>
              <a:rPr dirty="0" smtClean="0"/>
              <a:t> </a:t>
            </a:r>
            <a:r>
              <a:rPr dirty="0"/>
              <a:t>Price of the house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Data </a:t>
            </a:r>
            <a:r>
              <a:rPr dirty="0" smtClean="0">
                <a:solidFill>
                  <a:schemeClr val="accent2"/>
                </a:solidFill>
              </a:rPr>
              <a:t>Preprocessing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Loaded dataset using Pandas</a:t>
            </a:r>
          </a:p>
          <a:p>
            <a:r>
              <a:rPr dirty="0" smtClean="0"/>
              <a:t> </a:t>
            </a:r>
            <a:r>
              <a:rPr dirty="0"/>
              <a:t>Checked missing values</a:t>
            </a:r>
          </a:p>
          <a:p>
            <a:r>
              <a:rPr dirty="0" smtClean="0"/>
              <a:t> </a:t>
            </a:r>
            <a:r>
              <a:rPr dirty="0"/>
              <a:t>Removed duplicate records</a:t>
            </a:r>
          </a:p>
          <a:p>
            <a:r>
              <a:rPr dirty="0" smtClean="0"/>
              <a:t> </a:t>
            </a:r>
            <a:r>
              <a:rPr dirty="0"/>
              <a:t>Converted categorical values using Label Encoding</a:t>
            </a:r>
          </a:p>
          <a:p>
            <a:r>
              <a:rPr dirty="0" smtClean="0"/>
              <a:t> </a:t>
            </a:r>
            <a:r>
              <a:rPr dirty="0"/>
              <a:t>Prepared features and target variables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Used Linear Regression algorithm</a:t>
            </a:r>
          </a:p>
          <a:p>
            <a:r>
              <a:rPr dirty="0" smtClean="0"/>
              <a:t> </a:t>
            </a:r>
            <a:r>
              <a:rPr dirty="0"/>
              <a:t>Split dataset into training and testing data</a:t>
            </a:r>
          </a:p>
          <a:p>
            <a:r>
              <a:rPr dirty="0" smtClean="0"/>
              <a:t> </a:t>
            </a:r>
            <a:r>
              <a:rPr dirty="0"/>
              <a:t>Trained the model using training data</a:t>
            </a:r>
          </a:p>
          <a:p>
            <a:r>
              <a:rPr dirty="0" smtClean="0"/>
              <a:t> </a:t>
            </a:r>
            <a:r>
              <a:rPr dirty="0"/>
              <a:t>Predicted house prices using test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66502"/>
            <a:ext cx="8134350" cy="119703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House Price Prediction using Linear Regression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33" y="1404850"/>
            <a:ext cx="8595359" cy="538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83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011" y="274638"/>
            <a:ext cx="8287789" cy="747827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accent2"/>
                </a:solidFill>
              </a:rPr>
              <a:t>City-wise Mean House Prices</a:t>
            </a:r>
          </a:p>
        </p:txBody>
      </p:sp>
      <p:pic>
        <p:nvPicPr>
          <p:cNvPr id="3" name="Picture 2" descr="f3139f67-e332-43b9-b0e1-54dd05f900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371600"/>
            <a:ext cx="6384175" cy="4896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0707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accent2"/>
                </a:solidFill>
              </a:rPr>
              <a:t>City Wise Mean Prices (Donut Chart)</a:t>
            </a:r>
          </a:p>
        </p:txBody>
      </p:sp>
      <p:pic>
        <p:nvPicPr>
          <p:cNvPr id="3" name="Picture 2" descr="ddcb95ee-d5ab-4637-87ac-0518fab410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298" y="1438102"/>
            <a:ext cx="4838007" cy="41774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The model successfully predicts house prices</a:t>
            </a:r>
          </a:p>
          <a:p>
            <a:r>
              <a:rPr dirty="0" smtClean="0"/>
              <a:t> </a:t>
            </a:r>
            <a:r>
              <a:rPr dirty="0"/>
              <a:t>Strong relationship observed between area and price</a:t>
            </a:r>
          </a:p>
          <a:p>
            <a:r>
              <a:rPr dirty="0" smtClean="0"/>
              <a:t> </a:t>
            </a:r>
            <a:r>
              <a:rPr dirty="0"/>
              <a:t>Visualization helps understand price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Linear Regression can effectively predict house prices</a:t>
            </a:r>
          </a:p>
          <a:p>
            <a:r>
              <a:rPr dirty="0" smtClean="0"/>
              <a:t> </a:t>
            </a:r>
            <a:r>
              <a:rPr dirty="0"/>
              <a:t>Data preprocessing improves </a:t>
            </a:r>
            <a:r>
              <a:rPr dirty="0" smtClean="0"/>
              <a:t>model</a:t>
            </a:r>
            <a:r>
              <a:rPr lang="en-US" dirty="0" smtClean="0"/>
              <a:t>  </a:t>
            </a:r>
            <a:r>
              <a:rPr dirty="0" smtClean="0"/>
              <a:t>performance</a:t>
            </a:r>
            <a:endParaRPr dirty="0"/>
          </a:p>
          <a:p>
            <a:r>
              <a:rPr dirty="0" smtClean="0"/>
              <a:t> </a:t>
            </a:r>
            <a:r>
              <a:rPr dirty="0"/>
              <a:t>Visualization helps understand housing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214</Words>
  <Application>Microsoft Office PowerPoint</Application>
  <PresentationFormat>On-screen Show (4:3)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House Price Prediction using Linear Regression</vt:lpstr>
      <vt:lpstr>Project Objective</vt:lpstr>
      <vt:lpstr>Tools and Technologies</vt:lpstr>
      <vt:lpstr>Dataset Description</vt:lpstr>
      <vt:lpstr>Data Preprocessing</vt:lpstr>
      <vt:lpstr>Machine Learning Model</vt:lpstr>
      <vt:lpstr>House Price Prediction using Linear Regression</vt:lpstr>
      <vt:lpstr>City-wise Mean House Prices</vt:lpstr>
      <vt:lpstr>City Wise Mean Prices (Donut Chart)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 using Linear Regression</dc:title>
  <dc:subject/>
  <dc:creator/>
  <cp:keywords/>
  <dc:description>generated using python-pptx</dc:description>
  <cp:lastModifiedBy>Windows User</cp:lastModifiedBy>
  <cp:revision>9</cp:revision>
  <dcterms:created xsi:type="dcterms:W3CDTF">2013-01-27T09:14:16Z</dcterms:created>
  <dcterms:modified xsi:type="dcterms:W3CDTF">2026-03-09T12:52:10Z</dcterms:modified>
  <cp:category/>
</cp:coreProperties>
</file>